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7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18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Cookbook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Empirical Study of 7 Optimizers on CIFAR-10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11430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SGD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4480560"/>
            <a:ext cx="11430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Momentum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4480560"/>
            <a:ext cx="1143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Adagrad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4480560"/>
            <a:ext cx="11430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RMSprop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4480560"/>
            <a:ext cx="11430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4480560"/>
            <a:ext cx="1143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AdamW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3840" y="4480560"/>
            <a:ext cx="11430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RAdam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WHAT IS THE OPTIMIZER COOKBOOK?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deep learning, the optimizer is responsible for updating model weights during training. The wrong choice can mean slow convergence, poor accuracy, or unstable training — yet most tutorials just say "use Adam" without explaining why.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3736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recipe-style reference comparing 7 major optimizers — each with theory, math, code, and empirical results.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7373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73736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2871216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empirically which optimizer is best, how each works, why it behaves the way it does, and when to use each.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73736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73736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5896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63056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2871216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dataset, same seed — only the optimizer changes. Results are directly comparable across all 7.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663440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Optimizers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94760" y="4663440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Notebooks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32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97880" y="4663440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Plots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20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01000" y="4663440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Epochs Each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DATASET: WHY CIFAR-10?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What is CIFAR-10?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657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898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60,000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389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 images (32×32 RGB)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3657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568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50,000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19568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training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3657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2374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52374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test images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3657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906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0906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classes (airplane, car, bird…)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94176"/>
            <a:ext cx="3657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576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Balanced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6576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— 6,000 images per class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22960"/>
            <a:ext cx="41148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Why CIFAR-10 for this study?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✅ Benchmark standard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627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Used in hundreds of optimizer papers — results are directly comparable to published work.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176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✅ Fast to train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4505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Small images (32×32) mean full epochs in under 60s on a modern GPU — ideal for running 7 optimizer comparisons.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999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✅ Non-trivial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273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Not too easy (like MNIST) — optimizers show real differences in convergence speed and final accuracy.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822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✅ Dense 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Unlike NLP/sparse tasks, all optimizers are on equal footing — no inherent advantage for Adagrad.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MODEL &amp; EXPERIMENTAL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SimpleCNN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152144"/>
            <a:ext cx="80467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6656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3×32×32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81328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9908" y="1152144"/>
            <a:ext cx="80467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49908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Conv+BN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49908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32 filters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54580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152144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MaxPool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→16×16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27832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6412" y="1152144"/>
            <a:ext cx="80467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6412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Conv+BN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6412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64 filters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01084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9664" y="1152144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9664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MaxPool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69664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→8×8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74336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2916" y="1152144"/>
            <a:ext cx="80467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42916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Conv+BN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42916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128 filters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47588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16168" y="1152144"/>
            <a:ext cx="804672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16168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MaxPool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16168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→4×4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20840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89420" y="1152144"/>
            <a:ext cx="80467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89420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FC(256)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89420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Drop 0.3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94092" y="1449324"/>
            <a:ext cx="685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1152144"/>
            <a:ext cx="80467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62672" y="115214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FC(10)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62672" y="1463040"/>
            <a:ext cx="804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Softmax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20040" y="1920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Fixed Config (same across all optimizers)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9424"/>
          <a:ext cx="4937760" cy="263347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 (fully reproducible)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Entropy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RandomCrop + HorizontalFlip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CIFAR-10 mean/std per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5486400" y="1920240"/>
            <a:ext cx="3337560" cy="2962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623560" y="2029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a Controlled Setup?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623560" y="24505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88736" y="241401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random seed ensures all optimizers start from identical initial weights.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623560" y="31089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88736" y="30723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augmentation means accuracy differences come only from the optimizer.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623560" y="37673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88736" y="3730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rules out model capacity as a confounding factor.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623560" y="44256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888736" y="43891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saved to CSV — every comparison is fully reproducible.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THE OPTIMIZER EVOLUTION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138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548640" cy="5486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2128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1951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SGD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788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Pure gradient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descent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600200"/>
            <a:ext cx="548640" cy="54864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22128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1964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+ Momentum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Velocity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accumulation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2301" y="160480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47338" y="22051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2011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1618" y="25069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Adagrad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1618" y="27812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Per-param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adaptive LR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2609" y="1609144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3672" y="216172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2012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87952" y="2463475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RMSprop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7952" y="2737795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EMA fixes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dying LR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66710" y="1618489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6128" y="2175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2015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0408" y="24774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Adam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50408" y="27518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Momentum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+ RMSprop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41981" y="1604806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17169" y="216205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2019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1449" y="246380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AdamW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1449" y="2738129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Decoupled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weight decay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1618489"/>
            <a:ext cx="548640" cy="5486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38160" y="218541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2020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245973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</a:rPr>
              <a:t>RAdam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2734057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Rectified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variance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8075" y="3978976"/>
            <a:ext cx="3231102" cy="811014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1101463" y="3970966"/>
            <a:ext cx="3000309" cy="81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Problem: one global LR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→ Adagrad introduces per-param LR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8853" y="3971300"/>
            <a:ext cx="4385067" cy="811014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8206" y="3971300"/>
            <a:ext cx="4154274" cy="81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Problem: Adagrad LR dies → RMSprop fixes with EMA → Adam adds momentum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OPTIMIZER DEEP DIVE — UPDATE RULES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73152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96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SGD + Momentum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β·v + ∇L     θ = θ − η·v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1" y="1764792"/>
            <a:ext cx="1579299" cy="201168"/>
          </a:xfrm>
          <a:prstGeom prst="rect">
            <a:avLst/>
          </a:prstGeom>
          <a:solidFill>
            <a:srgbClr val="334155">
              <a:alpha val="18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764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USE WHEN: CNNs + LR schedule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21992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313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Adagrad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6243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+= (∇L)²     θ = θ − η/√(G+ε) · ∇L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1" y="3182112"/>
            <a:ext cx="1807899" cy="201168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82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USE WHEN: Sparse NLP, embeddings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39312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730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RMSprop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E[g²] = ρ·E[g²] + (1−ρ)(∇L)²     θ = θ − η/√(E[g²]+ε) · ∇L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" y="4599432"/>
            <a:ext cx="1097280" cy="20116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599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USE WHEN: RNNs, RL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80467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04672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896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Adam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1207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β₁m+(1−β₁)∇L     v = β₂v+(1−β₂)(∇L)²     θ = θ − η·m̂/√v̂+ε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73751" y="1764792"/>
            <a:ext cx="1383357" cy="201168"/>
          </a:xfrm>
          <a:prstGeom prst="rect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7647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USE WHEN: General default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221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21992"/>
            <a:ext cx="7315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313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AdamW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26243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 Adam  +  θ = θ − η(m̂/√v̂+ε + λθ)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73751" y="3182112"/>
            <a:ext cx="1860151" cy="201168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182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USE WHEN: Transformers, fine-tuning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63931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39312"/>
            <a:ext cx="73152" cy="12801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730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</a:rPr>
              <a:t>RAdam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3752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+ rectification r_t  →  SGD mode if ρ_t ≤ 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73752" y="4599432"/>
            <a:ext cx="1598894" cy="201168"/>
          </a:xfrm>
          <a:prstGeom prst="rect">
            <a:avLst/>
          </a:prstGeom>
          <a:solidFill>
            <a:srgbClr val="0369A1">
              <a:alpha val="18000"/>
            </a:srgbClr>
          </a:solidFill>
          <a:ln w="12700">
            <a:solidFill>
              <a:srgbClr val="0369A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4599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</a:rPr>
              <a:t>USE WHEN: No warmup needed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029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Adam/AdamW converge fastest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Both reach 70%+ accuracy in fewer epochs than all SGD variants. The bias correction gives a measurable advantage in early training.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5029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Adagrad's LR truly dies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9568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dying LR visualisation confirms it — effective LR drops by 80%+ over 20 epochs. On dense image data it stalls earlier than all other adaptive optimizers.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5029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87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5237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AdamW generalises better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train/val gap is consistently smaller with AdamW vs Adam when weight_decay &gt; 0. Decoupled regularisation is mathematically cleaner.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502920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2841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649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SGD+Momentum is still competitive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With enough epochs and a proper LR schedule, SGD+Momentum matches Adam in final accuracy — and sometimes generalises better on small datasets.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50292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696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RAdam removes the warmup need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rectification term automatically stabilises early training. LR robustness tests confirm it tolerates a wider range of learning rates than plain Adam.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89F92-5C87-31FF-5977-368ABB25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09" y="0"/>
            <a:ext cx="73234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1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92DE5-C336-36B2-8171-7D0DAE01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88874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1E0B4E-0BCC-AB4D-3EBB-9735D608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30"/>
          <a:stretch>
            <a:fillRect/>
          </a:stretch>
        </p:blipFill>
        <p:spPr>
          <a:xfrm>
            <a:off x="4246207" y="871089"/>
            <a:ext cx="4897793" cy="4272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F7AEF4-2D7A-5081-A654-5E68F9439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364" y="164835"/>
            <a:ext cx="1259059" cy="132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4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DECISION GUIDE — WHEN TO USE WHICH OPTIMIZER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7315200" cy="4206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controlled experiments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data, no LR tuning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SGD+Momentum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CNNs, ResNets + cosine LR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NLP, sparse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Adagrad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NLP, word embeddings (GloVe)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nets, long training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RNNs, LSTMs, Reinforcement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Transformers, large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default — any new task, GANs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weight decay &gt; 0 (use AdamW)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Transformers, BERT, GPT,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weight decay = 0 (= Adam)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LR schedule, quick experiments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warmup scheduler already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💡  Rule of thumb: start with AdamW for any new task. Switch to SGD+Momentum if you have time to tune a LR schedule and want maximum final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7622ED-008F-273E-CCB8-16D2CBA2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089822" cy="492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94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best optimizer.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the best optimizer for your task.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3657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7452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Adam &amp; AdamW win on CIFAR-10 — fastest convergence, robust to LR.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657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5973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AdamW is the correct Adam when weight decay matters — the math is cleaner.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81528"/>
            <a:ext cx="3657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4495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SGD+Momentum remains relevant for vision models with a tuned schedule.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3657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301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Adagrad's dying LR is a real, measurable problem — not just theory.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3657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2153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RAdam is the safest default when you cannot add a warmup scheduler.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Next steps: ResNet-18 validation  ·  LR schedulers  ·  LAMB/LARS  ·  Sophia &amp; Muon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1110</Words>
  <Application>Microsoft Office PowerPoint</Application>
  <PresentationFormat>On-screen Show (16:9)</PresentationFormat>
  <Paragraphs>210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Optimizer Cookbook</dc:title>
  <dc:subject>PptxGenJS Presentation</dc:subject>
  <dc:creator>PptxGenJS</dc:creator>
  <cp:lastModifiedBy>Jai Desar</cp:lastModifiedBy>
  <cp:revision>3</cp:revision>
  <dcterms:created xsi:type="dcterms:W3CDTF">2026-03-22T09:55:45Z</dcterms:created>
  <dcterms:modified xsi:type="dcterms:W3CDTF">2026-03-22T11:51:09Z</dcterms:modified>
</cp:coreProperties>
</file>